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EasyShop 电商平台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</a:defRPr>
            </a:pPr>
            <a:r>
              <a:t>基于 FastAPI + React 的电商平台期末考核项目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3474720"/>
            <a:ext cx="3047695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购物车  |  支付宝支付  |  优惠券  |  收藏  |  订单  |  后台管理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技术栈: FastAPI · React · SQLite · SQLAlchemy · Bootstrap 5 · ECharts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功能总览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购物车功能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• 添加/删除商品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• 修改数量、清空购物车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订单系统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• 从购物车下单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• 订单列表与详情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• 取消订单、查看物流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支付宝支付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• 沙箱环境模拟支付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• 生成支付链接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• 扫码支付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优惠券系统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• 可领取优惠券列表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• 输入券码领取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• 下单时使用抵扣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收藏功能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• 添加/取消收藏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• 收藏列表展示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账户管理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• 注册/登录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• 收货地址管理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• 查看收藏/优惠券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188720"/>
            <a:ext cx="27432" cy="5029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管理员后台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1031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仪表盘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统计数据概览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近7天订单趋势图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热销商品排行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371600"/>
            <a:ext cx="21031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商品管理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CRUD操作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上下架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库存管理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分类筛选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371600"/>
            <a:ext cx="21031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用户管理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10312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用户列表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状态管理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角色筛选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禁用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59" y="1371600"/>
            <a:ext cx="21031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购物车管理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0312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用户购物车概览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详情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删除/清空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1371600"/>
            <a:ext cx="21031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订单管理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210312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订单列表与详情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状态更新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物流查看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支付宝沙箱支付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64592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1. 下单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371600"/>
            <a:ext cx="164592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463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2. 生成链接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371600"/>
            <a:ext cx="164592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463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3. 跳转支付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164592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463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4. 扫码付款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0" y="1371600"/>
            <a:ext cx="164592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0" y="1463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5. 通知更新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• 配置沙箱 APPID：9021000164667285</a:t>
            </a:r>
            <a:br/>
            <a:r>
              <a:t>• 签名算法：RSA2</a:t>
            </a:r>
            <a:br/>
            <a:r>
              <a:t>• 网关：openapi-sandbox.dl.alipaydev.com</a:t>
            </a:r>
            <a:br/>
            <a:r>
              <a:t>• 验证结果：下单 → 生成支付URL → 跳转沙箱 → 买家付款 → 异步通知更新状态 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优惠券系统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优惠券管理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✅ 固定金额减免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✅ 百分比折扣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✅ 最低消费门槛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✅ 有效期管理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47472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领券流程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✅ 浏览可领取列表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✅ 输入券码领取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✅ 一键领取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✅ 每人限领一次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188720"/>
            <a:ext cx="347472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用券抵扣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92024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✅ 结算页输入券码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✅ 实时计算折扣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✅ 提交订单自动抵扣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✅ 优惠券标记已用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29200"/>
            <a:ext cx="11277295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预置优惠券：NEW50（满100减50）| SALE20（全场8折）| VIP100（满500减100）</a:t>
            </a:r>
            <a:br/>
            <a:r>
              <a:t>✅ 验证：下单 ¥9999 → 使用 SALE20 → 折后 ¥7999.20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数据库设计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5176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用户表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id, username, email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password_hash, is_active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188720"/>
            <a:ext cx="265176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6459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商品表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id, name, price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stock, category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265176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cart_items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购物车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id, user_id, product_id, quantity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188720"/>
            <a:ext cx="265176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favorites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6459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收藏表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id, user_id, product_id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265176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891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订单表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order_number, total_amount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status, shipping_address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931920"/>
            <a:ext cx="265176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coupons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3891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优惠券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code, type, value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min_amount, dates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931920"/>
            <a:ext cx="265176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user_coupons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3891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用户券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user_id, coupon_id, is_used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3931920"/>
            <a:ext cx="265176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addresses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43891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地址表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name, phone, province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city, detail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项目运行指南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方案一：有 Python 环境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1. 确保 Python 3.9+ 安装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2. 双击 run.bat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   自动安装依赖 + 启动服务器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3. 打开 http://localhost:8000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或手动执行：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   cd backend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   pip install -r requirements.txt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   python -m uvicorn app.main:app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      --host 0.0.0.0 --port 8000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方案二：无 Python（推荐）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1. 找到 backend/dist/EasyShop.exe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2. 双击运行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   无需安装任何东西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   无需网络连接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✅ 优点：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   • 不需要装 Python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   • 不需要 pip install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   • 不受网络影响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   • 开箱即用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测试账号与快速入口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188720"/>
            <a:ext cx="41148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[管理员]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288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</a:defRPr>
            </a:pPr>
            <a:r>
              <a:t>用户名：admin</a:t>
            </a:r>
          </a:p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</a:defRPr>
            </a:pPr>
            <a:r>
              <a:t>密码：Admin123456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188720"/>
            <a:ext cx="41148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[普通用户]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288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</a:defRPr>
            </a:pPr>
            <a:r>
              <a:t>用户名：testuser</a:t>
            </a:r>
          </a:p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</a:defRPr>
            </a:pPr>
            <a:r>
              <a:t>密码：Test123456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快速入口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173736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首页 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4114800"/>
            <a:ext cx="173736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4206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结算 /checkout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4114800"/>
            <a:ext cx="173736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206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订单 /orders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114800"/>
            <a:ext cx="173736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06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优惠券 /coupons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4114800"/>
            <a:ext cx="173736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206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收藏 /account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0" y="4114800"/>
            <a:ext cx="173736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4206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后台 /admin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感谢审阅！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