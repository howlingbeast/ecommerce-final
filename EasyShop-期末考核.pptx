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6705295" cy="3200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5790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EasyShop 电商平台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5790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</a:defRPr>
            </a:pPr>
            <a:r>
              <a:t>FastAPI + React 全栈电商平台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200400"/>
            <a:ext cx="3962095" cy="27432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期末考核项目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023360"/>
            <a:ext cx="5790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0CDE0"/>
                </a:solidFill>
              </a:defRPr>
            </a:pPr>
            <a:r>
              <a:t>• 技术栈：FastAPI · React 19 · SQLite · SQLAlchemy · Bootstrap 5</a:t>
            </a:r>
          </a:p>
          <a:p>
            <a:pPr>
              <a:spcAft>
                <a:spcPts val="300"/>
              </a:spcAft>
              <a:defRPr sz="1300">
                <a:solidFill>
                  <a:srgbClr val="C0CDE0"/>
                </a:solidFill>
              </a:defRPr>
            </a:pPr>
            <a:r>
              <a:t>• 功能：购物车 · 支付宝支付 · 优惠券 · 收藏 · 订单 · 后台管理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一、项目概述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基于 FastAPI + React 的B2C电商平台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支持商品浏览、购物车、下单支付全流程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采用前后端分离架构，后端统一托管前端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咒术回战/五条悟主题暗色设计风格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项目目标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实现电商平台核心功能闭环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前后端数据联通，真实API交互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支付宝沙箱模拟真实支付流程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管理员后台数据统计与管理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097280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前端：React 19 + TypeScript + Zustand状态管理 + Bootstrap 5 + ECharts图表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后端：FastAPI + SQLAlchemy ORM + SQLite + JWT认证 + Passlib加密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工具：Vite构建 + Uvicorn服务器 + PyInstaller打包 + RESTful API设计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部署：前后端统一端口(8000)，无需跨域配置，一键启动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二、技术选型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54864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层级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2560320" cy="54864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143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技术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4864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版本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097280"/>
            <a:ext cx="2560320" cy="54864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143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69164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099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前端框架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9164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099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React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099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19.x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9164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7099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组件化开发，Hooks + TypeScript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07568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0939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状态管理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07568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0939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Zustand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07568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0939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5.x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207568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0939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轻量级状态管理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459736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4780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UI框架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2459736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24780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Bootstrap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459736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4780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5.3.x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2459736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4780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响应式布局 + 暗色主题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843784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862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图表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2843784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2862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ECharts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843784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862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6.x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2843784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862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订单趋势 / 热销商品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3227832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HTTP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3227832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Axios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227832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1.x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3227832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拦截器 + Token管理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611880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630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后端框架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3280" y="3611880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3630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611880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630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0.100+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52560" y="3611880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0" y="36301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高性能异步框架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3995928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014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ORM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83280" y="3995928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0" y="4014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SQLAlchemy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3995928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4014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2.x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52560" y="3995928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4014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异步查询 + 关系映射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4379976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3982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数据库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383280" y="4379976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0" y="43982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SQLite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0" y="4379976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3982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内置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52560" y="4379976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0" y="43982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无需安装，即开即用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4764024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782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认证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383280" y="4764024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0" y="4782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JWT + Passlib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4764024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9360" y="4782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52560" y="4764024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0" y="4782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Token认证 + bcrypt加密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5148072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支付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383280" y="5148072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7472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支付宝SDK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148072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3.x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052560" y="5148072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0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沙箱环境模拟支付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553212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5550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构建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383280" y="553212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74720" y="5550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Vite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17920" y="553212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09360" y="5550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8.x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052560" y="5532120"/>
            <a:ext cx="25603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44000" y="5550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秒级热更新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8640" y="591616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0080" y="59344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打包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383280" y="591616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74720" y="59344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PyInstaller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17920" y="591616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59344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6.x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052560" y="5916168"/>
            <a:ext cx="2560320" cy="347472"/>
          </a:xfrm>
          <a:prstGeom prst="round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44000" y="59344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单文件exe免环境运行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三、功能模块 — 用户端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商品浏览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商品列表分页展示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分类/价格筛选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商品详情弹窗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轮播Banner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购物车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添加/删除商品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数量修改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购物车抽屉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实时价格汇总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收藏系统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商品收藏/取消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收藏列表展示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商品详情快速收藏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收藏状态持久化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优惠券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可领取列表展示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输入券码领取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下单时使用抵扣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FIXED/PERCENT类型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</a:defRPr>
            </a:pPr>
            <a:r>
              <a:t>订单系统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从购物车下单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订单列表/详情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取消订单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物流追踪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支付宝支付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434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沙箱环境模拟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生成支付链接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扫码支付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异步通知更新状态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四、功能模块 — 管理员端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1031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仪表盘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数据统计概览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用户/商品/订单/购物车数量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近7天订单趋势折线图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热销商品排行柱状图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097280"/>
            <a:ext cx="21031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商品管理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商品列表 + 分页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按名称/分类/状态筛选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新增/编辑/删除商品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快速修改库存 / 上下架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9" y="1097280"/>
            <a:ext cx="21031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用户管理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160020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用户列表展示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角色筛选(管理员/普通)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启用/禁用用户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删除用户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097280"/>
            <a:ext cx="21031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购物车管理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60020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用户购物车列表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查看购物车详情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单个删除购物车项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一键清空购物车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19" y="1097280"/>
            <a:ext cx="21031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9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</a:defRPr>
            </a:pPr>
            <a:r>
              <a:t>订单管理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399" y="160020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订单列表 + 状态筛选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订单详情弹窗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更新订单状态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物流追踪管理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五、数据库设计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users (用户)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username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email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password_hash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is_active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is_superuser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972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products (商品)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name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description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price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stock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category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is_active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972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cart_items (购物车)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product_id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quantity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0972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favorites (收藏)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508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product_id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orders (订单)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51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order_number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total_amount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8404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order_items (订单项)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251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order_id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product_id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product_name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quantity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coupons (优惠券)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code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name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type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value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min_amount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usage_limit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8404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user_coupons (用户券)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251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coupon_id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is_used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order_id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5836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675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addresses (地址)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995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name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phone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province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city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detail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65836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6675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reviews (评价)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6995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user_id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product_id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rating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65836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6675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alipay_orders (支付宝)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995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out_trade_no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trade_no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total_amount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trade_status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658368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6675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logistics (物流)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6995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order_id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carrier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tracking_no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六、核心实现 — 支付宝支付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</a:t>
            </a:r>
            <a:br/>
            <a:r>
              <a:t>用户下单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143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0058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</a:t>
            </a:r>
            <a:br/>
            <a:r>
              <a:t>生成支付URL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143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0058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</a:t>
            </a:r>
            <a:br/>
            <a:r>
              <a:t>跳转沙箱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143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0058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4</a:t>
            </a:r>
            <a:br/>
            <a:r>
              <a:t>买家付款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1143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59" y="10058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9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5</a:t>
            </a:r>
            <a:br/>
            <a:r>
              <a:t>异步通知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技术实现细节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支付宝沙箱环境配置 (APPID + RSA2密钥)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python-alipay-sdk 生成签名支付链接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alipay.trade.page.pay 电脑网站支付接口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异步通知(alipay.notify)自动更新订单状态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RSA2签名验证保障数据安全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VERIFY_SIGN开关方便调试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验证结果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下单 (iPhone 15 Pro Max ¥9999)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→ 调用 /api/v1/payment/alipay/create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→ 返回完整支付宝支付URL (带RSA2签名)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→ 跳转沙箱支付页面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→ 买家登录付款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→ 异步通知更新订单状态为已支付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状态: ✅ 测试通过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七、核心实现 — 优惠券系统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优惠券类型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FIXED (固定金额减免)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- NEW50: 满100减50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- VIP100: 满500减100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PERCENT (百分比折扣)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- SALE20: 全场8折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配置参数: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• 最低消费门槛(min_amount)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• 有效期(start_date/end_date)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• 使用次数限制(usage_limit)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• 是否激活(is_active)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4747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领券与用券流程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领券: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1. 查看可领取列表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2. 输入券码领取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3. 每人限领一次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4. 数据库持久化存储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用券: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1. 结算页输入券码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2. 实时计算折扣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3. 提交订单自动减免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4. 优惠券标记已使用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4747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验证结果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预置优惠券: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NEW50 / SALE20 / VIP100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测试: 下单 ¥9999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使用 SALE20 (20% OFF)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折扣: -¥1999.80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实付: ¥7999.20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数据库状态: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is_used = True ✓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order_id 关联 ✓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状态: ✅ 测试通过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八、UI/UX 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视觉风格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主题：咒术回战五条悟风格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色调：深空蓝 #0A0E1A 基底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点缀：六眼蓝 #6BD4FF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     咒术紫 #A78BFA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字体：系统字体栈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     (SF Pro + PingFang SC)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CSS变量体系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所有颜色通过CSS变量管理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--jjk-bg / --jjk-text / --jjk-card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--jjk-blue / --jjk-purple / --jjk-pink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--jjk-border / --jjk-glow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一键切换明暗主题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全局统一样式覆盖Bootstrap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交互体验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磨砂玻璃导航栏效果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卡片悬停上浮动画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按钮点击回馈效果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页面渐变光晕背景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术式纹路装饰图案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响应式布局适配多端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15568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前端组件架构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错误边界(ErrorBoundary)：防止白屏，捕获渲染异常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路由守卫(ProtectedRoute)：未登录自动跳转登录页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loading/spinner：异步操作加载态覆盖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Zustand状态管理：authStore / cartStore 全局状态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API拦截器：自动注入Token、401自动跳转登录</a:t>
            </a:r>
          </a:p>
          <a:p>
            <a:pPr>
              <a:spcAft>
                <a:spcPts val="300"/>
              </a:spcAft>
              <a:defRPr sz="1200">
                <a:solidFill>
                  <a:srgbClr val="C0CDE0"/>
                </a:solidFill>
              </a:defRPr>
            </a:pPr>
            <a:r>
              <a:t>• 生产构建优化：Vite打包、代码分割、静态资源缓存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九、开发难点与解决方案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⚠ 跨域问题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问题: 前后端分离时CORS配置复杂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解决: 前端构建后由后端统一托管(dist目录)</a:t>
            </a:r>
            <a:br/>
            <a:r>
              <a:t>FastAPI直接serve静态文件，零跨域配置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⚠ 图标不显示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问题: Bootstrap Icons未安装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解决: 安装bootstrap-icons包并导入CSS</a:t>
            </a:r>
            <a:br/>
            <a:r>
              <a:t>所有 bi-* 图标恢复正常显示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⚠ 数据库类型兼容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问题: SQLite返回字符串而非datetime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解决: 添加类型兼容判断，字符串直接使用</a:t>
            </a:r>
            <a:br/>
            <a:r>
              <a:t>datetime对象则调用strftime()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⚠ 支付宝验签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问题: 沙箱环境密钥配置复杂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解决: 生成RSA2密钥对，配置VERIFY_SIGN开关</a:t>
            </a:r>
            <a:br/>
            <a:r>
              <a:t>调试时关闭验签，上线再开启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404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⚠ 页面白屏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问题: JS运行时错误导致空白页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解决: 添加ErrorBoundary错误边界组件</a:t>
            </a:r>
            <a:br/>
            <a:r>
              <a:t>启动时打印FRONTEND_DIST路径诊断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8404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⚠ 环境移植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问题: 老师电脑可能无Python环境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029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解决: PyInstaller打包为单文件exe(81MB)</a:t>
            </a:r>
            <a:br/>
            <a:r>
              <a:t>双击即可运行，无需安装任何依赖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十、项目运行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方式一：有Python环境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前置要求：Python 3.9+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步骤：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1. 双击 run.bat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   自动安装依赖(支持清华镜像)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   自动启动 Uvicorn 服务器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2. 打开 http://localhost:8000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或手动运行：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cd backend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pip install -r requirements.txt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python -m uvicorn app.main:app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    --host 0.0.0.0 --port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5029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方式二：无Python环境（推荐）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文件位置：backend/dist/EasyShop.exe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文件大小：81MB (含Python解释器)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使用步骤：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1. 双击 EasyShop.exe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2. 等待10秒自动解压启动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3. 浏览器自动打开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✅ 优点：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· 不需要安装 Python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· 不需要 pip install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· 不需要网络连接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  · 开箱即用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• 📦 也可下载 7z 压缩包(127MB)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十一、测试账号与演示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45720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👤 管理员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• 用户名: admin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• 密码: Admin123456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45720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👤 普通用户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• 用户名: testuser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• 密码: Test123456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📌 快速入口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9319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结算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/checkout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9319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19" y="39319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19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优惠券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/coupons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9319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收藏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/account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393192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后台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/admin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2920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20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API 接口测试结果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✅ GET  /api/v1/products/         200  •  GET  /api/v1/cart/        200  •  GET  /api/v1/favorites/     200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✅ GET  /api/v1/coupons/available  200  •  POST /api/v1/coupons/claim  201  •  POST /api/v1/coupons/apply  200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✅ GET  /api/v1/orders/           200  •  POST /api/v1/orders/     201  •  GET  /api/v1/addresses/    200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✅ POST /api/v1/payment/alipay/create 200  •  支付宝支付链接已生成 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总 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463040"/>
            <a:ext cx="2133295" cy="27432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完整电商功能闭环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从商品浏览到下单支付全流程实现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前后端数据联通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真实API交互，非模拟数据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210312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支付宝沙箱支付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真实支付链路，RSA2签名验证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优惠券系统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领券→用券→抵扣完整流程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56616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74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</a:defRPr>
            </a:pPr>
            <a:r>
              <a:t>管理员后台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数据统计 + CRUD管理 + 图表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3566160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474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优异的可移植性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单文件exe免环境运行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029200"/>
            <a:ext cx="6705295" cy="1097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521208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感谢审阅！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69280"/>
            <a:ext cx="5790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期待您的宝贵意见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